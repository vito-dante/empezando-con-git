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-78" y="-8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2FF5-C827-44F2-96AB-F0E5E6A5BDD6}" type="datetimeFigureOut">
              <a:rPr lang="es-ES" smtClean="0"/>
              <a:t>15/07/2014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F0D-FAC3-42F9-8326-702E01A035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683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2FF5-C827-44F2-96AB-F0E5E6A5BDD6}" type="datetimeFigureOut">
              <a:rPr lang="es-ES" smtClean="0"/>
              <a:t>15/07/2014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F0D-FAC3-42F9-8326-702E01A035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3513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2FF5-C827-44F2-96AB-F0E5E6A5BDD6}" type="datetimeFigureOut">
              <a:rPr lang="es-ES" smtClean="0"/>
              <a:t>15/07/2014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F0D-FAC3-42F9-8326-702E01A035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4460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2FF5-C827-44F2-96AB-F0E5E6A5BDD6}" type="datetimeFigureOut">
              <a:rPr lang="es-ES" smtClean="0"/>
              <a:t>15/07/2014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F0D-FAC3-42F9-8326-702E01A035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2342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2FF5-C827-44F2-96AB-F0E5E6A5BDD6}" type="datetimeFigureOut">
              <a:rPr lang="es-ES" smtClean="0"/>
              <a:t>15/07/2014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F0D-FAC3-42F9-8326-702E01A035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0835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2FF5-C827-44F2-96AB-F0E5E6A5BDD6}" type="datetimeFigureOut">
              <a:rPr lang="es-ES" smtClean="0"/>
              <a:t>15/07/2014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F0D-FAC3-42F9-8326-702E01A035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9146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2FF5-C827-44F2-96AB-F0E5E6A5BDD6}" type="datetimeFigureOut">
              <a:rPr lang="es-ES" smtClean="0"/>
              <a:t>15/07/2014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F0D-FAC3-42F9-8326-702E01A035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842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2FF5-C827-44F2-96AB-F0E5E6A5BDD6}" type="datetimeFigureOut">
              <a:rPr lang="es-ES" smtClean="0"/>
              <a:t>15/07/2014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F0D-FAC3-42F9-8326-702E01A035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8700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2FF5-C827-44F2-96AB-F0E5E6A5BDD6}" type="datetimeFigureOut">
              <a:rPr lang="es-ES" smtClean="0"/>
              <a:t>15/07/2014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F0D-FAC3-42F9-8326-702E01A035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603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2FF5-C827-44F2-96AB-F0E5E6A5BDD6}" type="datetimeFigureOut">
              <a:rPr lang="es-ES" smtClean="0"/>
              <a:t>15/07/2014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F0D-FAC3-42F9-8326-702E01A035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8250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2FF5-C827-44F2-96AB-F0E5E6A5BDD6}" type="datetimeFigureOut">
              <a:rPr lang="es-ES" smtClean="0"/>
              <a:t>15/07/2014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7F0D-FAC3-42F9-8326-702E01A035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6438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A2FF5-C827-44F2-96AB-F0E5E6A5BDD6}" type="datetimeFigureOut">
              <a:rPr lang="es-ES" smtClean="0"/>
              <a:t>15/07/2014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87F0D-FAC3-42F9-8326-702E01A035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7406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5 Rectángulo"/>
          <p:cNvSpPr/>
          <p:nvPr/>
        </p:nvSpPr>
        <p:spPr>
          <a:xfrm>
            <a:off x="2797536" y="203200"/>
            <a:ext cx="6767378" cy="839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2400" dirty="0">
                <a:ln w="18415" cmpd="sng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Calibri"/>
              </a:rPr>
              <a:t>UNIVERSIDAD AMAZÓNICA DE PANDO</a:t>
            </a:r>
          </a:p>
          <a:p>
            <a:pPr algn="ctr">
              <a:defRPr/>
            </a:pPr>
            <a:r>
              <a:rPr lang="es-ES" sz="2400" dirty="0">
                <a:ln w="18415" cmpd="sng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Calibri"/>
              </a:rPr>
              <a:t>ÁREA DE CIENCIAS Y TECN</a:t>
            </a:r>
            <a:r>
              <a:rPr lang="en-US" sz="2400" dirty="0">
                <a:ln w="18415" cmpd="sng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Calibri"/>
              </a:rPr>
              <a:t>O</a:t>
            </a:r>
            <a:r>
              <a:rPr lang="es-ES" sz="2400" dirty="0">
                <a:ln w="18415" cmpd="sng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Calibri"/>
              </a:rPr>
              <a:t>LOGÍAS </a:t>
            </a:r>
          </a:p>
        </p:txBody>
      </p:sp>
      <p:pic>
        <p:nvPicPr>
          <p:cNvPr id="6" name="Picture 2" descr="logo en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14" y="159517"/>
            <a:ext cx="627836" cy="927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8 Rectángulo redondeado"/>
          <p:cNvSpPr/>
          <p:nvPr/>
        </p:nvSpPr>
        <p:spPr>
          <a:xfrm>
            <a:off x="508001" y="1146629"/>
            <a:ext cx="11132456" cy="139246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8" name="12 Rectángulo"/>
          <p:cNvSpPr/>
          <p:nvPr/>
        </p:nvSpPr>
        <p:spPr>
          <a:xfrm>
            <a:off x="508001" y="1338541"/>
            <a:ext cx="111324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>
                <a:ln w="18415" cmpd="sng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Calibri"/>
              </a:rPr>
              <a:t>Programa</a:t>
            </a:r>
            <a:r>
              <a:rPr lang="es-ES" sz="1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"/>
              </a:rPr>
              <a:t> </a:t>
            </a:r>
            <a:r>
              <a:rPr lang="es-ES" dirty="0">
                <a:ln w="18415" cmpd="sng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Calibri"/>
              </a:rPr>
              <a:t>de Ingeniería de sistemas</a:t>
            </a:r>
          </a:p>
        </p:txBody>
      </p:sp>
      <p:sp>
        <p:nvSpPr>
          <p:cNvPr id="9" name="7 Onda"/>
          <p:cNvSpPr/>
          <p:nvPr/>
        </p:nvSpPr>
        <p:spPr>
          <a:xfrm>
            <a:off x="-203200" y="4876800"/>
            <a:ext cx="12395200" cy="2274832"/>
          </a:xfrm>
          <a:prstGeom prst="wave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dirty="0">
              <a:solidFill>
                <a:prstClr val="white"/>
              </a:solidFill>
            </a:endParaRPr>
          </a:p>
        </p:txBody>
      </p:sp>
      <p:pic>
        <p:nvPicPr>
          <p:cNvPr id="10" name="Picture 2" descr="logo en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682" y="159516"/>
            <a:ext cx="627836" cy="927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redondeado 10"/>
          <p:cNvSpPr/>
          <p:nvPr/>
        </p:nvSpPr>
        <p:spPr>
          <a:xfrm>
            <a:off x="3468915" y="2039422"/>
            <a:ext cx="5499090" cy="1284349"/>
          </a:xfrm>
          <a:prstGeom prst="roundRect">
            <a:avLst/>
          </a:prstGeom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latin typeface="Cambria" panose="02040503050406030204" pitchFamily="18" charset="0"/>
                <a:cs typeface="Aharoni" panose="02010803020104030203" pitchFamily="2" charset="-79"/>
              </a:rPr>
              <a:t>SISTEMA </a:t>
            </a:r>
            <a:r>
              <a:rPr lang="es-ES" sz="2800" b="1" dirty="0" smtClean="0">
                <a:latin typeface="Cambria" panose="02040503050406030204" pitchFamily="18" charset="0"/>
                <a:cs typeface="Aharoni" panose="02010803020104030203" pitchFamily="2" charset="-79"/>
              </a:rPr>
              <a:t>DE CONTROL DE INVENTARIO</a:t>
            </a:r>
            <a:endParaRPr lang="es-ES" sz="2800" b="1" dirty="0">
              <a:latin typeface="Cambria" panose="02040503050406030204" pitchFamily="18" charset="0"/>
              <a:cs typeface="Aharoni" panose="02010803020104030203" pitchFamily="2" charset="-79"/>
            </a:endParaRPr>
          </a:p>
        </p:txBody>
      </p:sp>
      <p:pic>
        <p:nvPicPr>
          <p:cNvPr id="12" name="Picture 9" descr="G:\Nueva carpeta\informatico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657" y="5443672"/>
            <a:ext cx="1545611" cy="141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2 Subtítulo"/>
          <p:cNvSpPr txBox="1">
            <a:spLocks/>
          </p:cNvSpPr>
          <p:nvPr/>
        </p:nvSpPr>
        <p:spPr>
          <a:xfrm>
            <a:off x="2004083" y="3701286"/>
            <a:ext cx="6660945" cy="2175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800" kern="1200" cap="all" spc="3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b="1" dirty="0" smtClean="0">
                <a:solidFill>
                  <a:sysClr val="windowText" lastClr="000000"/>
                </a:solidFill>
                <a:latin typeface="Cambria" pitchFamily="18" charset="0"/>
              </a:rPr>
              <a:t>Universitarios </a:t>
            </a:r>
            <a:r>
              <a:rPr lang="es-ES" b="1" dirty="0">
                <a:solidFill>
                  <a:sysClr val="windowText" lastClr="000000"/>
                </a:solidFill>
                <a:latin typeface="Cambria" pitchFamily="18" charset="0"/>
              </a:rPr>
              <a:t>: </a:t>
            </a:r>
          </a:p>
          <a:p>
            <a:pPr algn="just"/>
            <a:r>
              <a:rPr lang="es-ES" b="1" dirty="0">
                <a:solidFill>
                  <a:sysClr val="windowText" lastClr="000000"/>
                </a:solidFill>
                <a:latin typeface="Cambria" pitchFamily="18" charset="0"/>
              </a:rPr>
              <a:t> 		</a:t>
            </a:r>
            <a:r>
              <a:rPr lang="en-US" b="1" dirty="0" smtClean="0">
                <a:solidFill>
                  <a:sysClr val="windowText" lastClr="000000"/>
                </a:solidFill>
                <a:latin typeface="Cambria" pitchFamily="18" charset="0"/>
              </a:rPr>
              <a:t>VITO MARCILIO MARCA</a:t>
            </a:r>
          </a:p>
          <a:p>
            <a:pPr algn="just"/>
            <a:r>
              <a:rPr lang="en-US" b="1" dirty="0">
                <a:solidFill>
                  <a:sysClr val="windowText" lastClr="000000"/>
                </a:solidFill>
                <a:latin typeface="Cambria" pitchFamily="18" charset="0"/>
              </a:rPr>
              <a:t>	</a:t>
            </a:r>
            <a:r>
              <a:rPr lang="en-US" b="1" dirty="0" smtClean="0">
                <a:solidFill>
                  <a:sysClr val="windowText" lastClr="000000"/>
                </a:solidFill>
                <a:latin typeface="Cambria" pitchFamily="18" charset="0"/>
              </a:rPr>
              <a:t>	YOSEL JUSTINIANO SALVATIERRA</a:t>
            </a:r>
          </a:p>
          <a:p>
            <a:pPr algn="just"/>
            <a:r>
              <a:rPr lang="en-US" b="1" dirty="0">
                <a:solidFill>
                  <a:sysClr val="windowText" lastClr="000000"/>
                </a:solidFill>
                <a:latin typeface="Cambria" pitchFamily="18" charset="0"/>
              </a:rPr>
              <a:t>	</a:t>
            </a:r>
            <a:r>
              <a:rPr lang="en-US" b="1" dirty="0" smtClean="0">
                <a:solidFill>
                  <a:sysClr val="windowText" lastClr="000000"/>
                </a:solidFill>
                <a:latin typeface="Cambria" pitchFamily="18" charset="0"/>
              </a:rPr>
              <a:t>	JUAN CARLOS RIVERO</a:t>
            </a:r>
            <a:endParaRPr lang="es-ES" b="1" dirty="0">
              <a:solidFill>
                <a:sysClr val="windowText" lastClr="00000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742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553028" y="2469300"/>
            <a:ext cx="905691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s-BO" sz="3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“Deficiente administración y control de las entradas y salidas de productos de la planta Piloto de Procesos Industriales de la UAP”</a:t>
            </a:r>
            <a:endParaRPr lang="es-E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550494" y="1047117"/>
            <a:ext cx="7742825" cy="6132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s-BO" sz="3200" b="1" u="sng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PLANTEAMIENTO DEL PROBLEMA</a:t>
            </a:r>
            <a:endParaRPr lang="es-ES" sz="3200" b="1" u="sng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446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BO" sz="3200" b="1" u="sng" kern="0" dirty="0"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OBJETIVOS</a:t>
            </a:r>
            <a:endParaRPr lang="es-ES" sz="3200" b="1" u="sng" kern="0" dirty="0"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174625" lvl="2" indent="-174625" algn="ctr">
              <a:buNone/>
            </a:pPr>
            <a:r>
              <a:rPr lang="es-BO" sz="3600" b="1" dirty="0" smtClean="0"/>
              <a:t>GENERAL</a:t>
            </a:r>
          </a:p>
          <a:p>
            <a:pPr marL="914400" lvl="2" indent="0" algn="ctr">
              <a:buNone/>
            </a:pPr>
            <a:endParaRPr lang="es-ES" sz="3600" b="1" dirty="0" smtClean="0"/>
          </a:p>
          <a:p>
            <a:pPr marL="0" indent="0" algn="just">
              <a:buNone/>
            </a:pPr>
            <a:r>
              <a:rPr lang="es-BO" dirty="0" smtClean="0"/>
              <a:t>Desarrollar </a:t>
            </a:r>
            <a:r>
              <a:rPr lang="es-BO" dirty="0"/>
              <a:t>un sistema de control de inventarios de productos, los cuales coadyuven a tener un mejor control sobre los mismos dentro de la Planta Piloto, utilizando la metodología de desarrollo de sistemas RAD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lvl="2" indent="0" algn="ctr">
              <a:spcBef>
                <a:spcPts val="1000"/>
              </a:spcBef>
              <a:buNone/>
            </a:pPr>
            <a:r>
              <a:rPr lang="es-BO" sz="3600" b="1" dirty="0" smtClean="0"/>
              <a:t>ESPECÍFICOS</a:t>
            </a:r>
            <a:endParaRPr lang="es-ES" sz="3600" b="1" dirty="0"/>
          </a:p>
          <a:p>
            <a:pPr lvl="0" algn="just"/>
            <a:r>
              <a:rPr lang="es-BO" dirty="0"/>
              <a:t>Elaborar una descripción detallada de los procesos realizados internamente en la planta Piloto, que sirva como base para el desarrollo del sistema.</a:t>
            </a:r>
            <a:endParaRPr lang="es-ES" dirty="0"/>
          </a:p>
          <a:p>
            <a:pPr algn="just"/>
            <a:endParaRPr lang="es-ES" dirty="0"/>
          </a:p>
          <a:p>
            <a:pPr lvl="0" algn="just"/>
            <a:r>
              <a:rPr lang="es-BO" dirty="0"/>
              <a:t>Diseñar la arquitectura del sistema, utilizando la metodología del RAD y los diagramas UML.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7950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s-BO" sz="3200" b="1" u="sng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METODOLOGÍA</a:t>
            </a:r>
            <a:r>
              <a:rPr lang="es-ES" sz="3200" b="1" u="sng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RAD</a:t>
            </a:r>
          </a:p>
        </p:txBody>
      </p:sp>
      <p:pic>
        <p:nvPicPr>
          <p:cNvPr id="6" name="5 Imagen" descr="http://2.bp.blogspot.com/-41FxuAYiTi0/ULqPQYtK0fI/AAAAAAAAADQ/Ixu9tFNc9co/s1600/36-b04b7deeb0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8" t="4214" r="1716" b="2819"/>
          <a:stretch/>
        </p:blipFill>
        <p:spPr bwMode="auto">
          <a:xfrm>
            <a:off x="2341904" y="1553696"/>
            <a:ext cx="6931050" cy="483537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60477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3001106" y="2708030"/>
            <a:ext cx="56153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 smtClean="0">
                <a:latin typeface="Cambria" pitchFamily="18" charset="0"/>
              </a:rPr>
              <a:t>DESARROLLO</a:t>
            </a:r>
            <a:endParaRPr lang="es-ES" sz="4000" b="1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542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84031" y="70550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dirty="0">
                <a:latin typeface="Cambria" pitchFamily="18" charset="0"/>
              </a:rPr>
              <a:t>PLANIFICACIÓN DE LOS </a:t>
            </a:r>
            <a:r>
              <a:rPr lang="es-ES" b="1" dirty="0" smtClean="0">
                <a:latin typeface="Cambria" pitchFamily="18" charset="0"/>
              </a:rPr>
              <a:t>REQUISITOS</a:t>
            </a:r>
            <a:endParaRPr lang="es-ES" b="1" dirty="0">
              <a:latin typeface="Cambria" pitchFamily="18" charset="0"/>
            </a:endParaRPr>
          </a:p>
        </p:txBody>
      </p:sp>
      <p:pic>
        <p:nvPicPr>
          <p:cNvPr id="3" name="2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499" y="1384128"/>
            <a:ext cx="6496563" cy="2390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3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499" y="4290646"/>
            <a:ext cx="6496563" cy="227427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4 Rectángulo"/>
          <p:cNvSpPr/>
          <p:nvPr/>
        </p:nvSpPr>
        <p:spPr>
          <a:xfrm>
            <a:off x="756384" y="2210147"/>
            <a:ext cx="2319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BO" b="1" dirty="0"/>
              <a:t>Requisitos funcionales</a:t>
            </a:r>
            <a:endParaRPr lang="es-ES" dirty="0"/>
          </a:p>
        </p:txBody>
      </p:sp>
      <p:sp>
        <p:nvSpPr>
          <p:cNvPr id="6" name="5 Rectángulo"/>
          <p:cNvSpPr/>
          <p:nvPr/>
        </p:nvSpPr>
        <p:spPr>
          <a:xfrm>
            <a:off x="756384" y="4929901"/>
            <a:ext cx="2618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BO" b="1" dirty="0"/>
              <a:t>Requisitos </a:t>
            </a:r>
            <a:r>
              <a:rPr lang="es-BO" b="1" dirty="0" smtClean="0"/>
              <a:t>no funcionales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1944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458307" y="2567354"/>
            <a:ext cx="4208586" cy="1008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 smtClean="0">
                <a:latin typeface="Cambria" pitchFamily="18" charset="0"/>
              </a:rPr>
              <a:t>PRESENTACIÓN DEL SISTEMA</a:t>
            </a:r>
            <a:endParaRPr lang="es-ES" sz="2800" b="1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994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133</TotalTime>
  <Words>143</Words>
  <Application>Microsoft Office PowerPoint</Application>
  <PresentationFormat>Personalizado</PresentationFormat>
  <Paragraphs>24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OBJETIVOS</vt:lpstr>
      <vt:lpstr>METODOLOGÍA RAD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Yeimy</dc:creator>
  <cp:lastModifiedBy>Sistemas</cp:lastModifiedBy>
  <cp:revision>10</cp:revision>
  <dcterms:created xsi:type="dcterms:W3CDTF">2014-07-12T01:51:27Z</dcterms:created>
  <dcterms:modified xsi:type="dcterms:W3CDTF">2014-07-15T21:39:09Z</dcterms:modified>
</cp:coreProperties>
</file>